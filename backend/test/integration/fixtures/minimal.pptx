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process by which plants convert light into chemical energy.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Cellular Respiration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Krebs Cycle is central to this process.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